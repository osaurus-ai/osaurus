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</Types>
</file>

<file path=_rels/.rels><?xml version="1.0" encoding="UTF-8" standalone="yes"?>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IdLst>
    <p:sldId id="256" r:id="rId1"/>
    <p:sldId id="257" r:id="rId2"/>
    <p:sldId id="258" r:id="rId3"/>
  </p:sldIdLst>
  <p:sldSz cx="12192000" cy="6858000"/>
</p:presentation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" Target="slides/slide1.xml"/><Relationship Id="rId2" Type="http://schemas.openxmlformats.org/officeDocument/2006/relationships/slide" Target="slides/slide2.xml"/><Relationship Id="rId3" Type="http://schemas.openxmlformats.org/officeDocument/2006/relationships/slide" Target="slides/slide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/>
        <p:txBody>
          <a:bodyPr/>
          <a:p>
            <a:r>
              <a:rPr lang="en-US"/>
              <a:t>Atlas Launch Plan</a:t>
            </a:r>
          </a:p>
        </p:txBody>
      </p:sp>
      <p:sp>
        <p:nvSpPr>
          <p:cNvPr id="3" name="Body"/>
          <p:cNvSpPr txBox="1"/>
          <p:nvPr/>
        </p:nvSpPr>
        <p:spPr/>
        <p:txBody>
          <a:bodyPr/>
          <a:p>
            <a:r>
              <a:rPr lang="en-US"/>
              <a:t>Three-phase rollout starting with the pilot cohort in Lisbon.</a:t>
            </a:r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/>
        <p:txBody>
          <a:bodyPr/>
          <a:p>
            <a:r>
              <a:rPr lang="en-US"/>
              <a:t>Phase Two: Expansion</a:t>
            </a:r>
          </a:p>
        </p:txBody>
      </p:sp>
      <p:sp>
        <p:nvSpPr>
          <p:cNvPr id="3" name="Body"/>
          <p:cNvSpPr txBox="1"/>
          <p:nvPr/>
        </p:nvSpPr>
        <p:spPr/>
        <p:txBody>
          <a:bodyPr/>
          <a:p>
            <a:r>
              <a:rPr lang="en-US"/>
              <a:t>Add Madrid and Porto; target 5,000 active users by March.</a:t>
            </a:r>
          </a:p>
        </p:txBody>
      </p:sp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/>
        <p:txBody>
          <a:bodyPr/>
          <a:p>
            <a:r>
              <a:rPr lang="en-US"/>
              <a:t>Risks</a:t>
            </a:r>
          </a:p>
        </p:txBody>
      </p:sp>
      <p:sp>
        <p:nvSpPr>
          <p:cNvPr id="3" name="Body"/>
          <p:cNvSpPr txBox="1"/>
          <p:nvPr/>
        </p:nvSpPr>
        <p:spPr/>
        <p:txBody>
          <a:bodyPr/>
          <a:p>
            <a:r>
              <a:rPr lang="en-US"/>
              <a:t>Key risk: payment provider integration slips past February.</a:t>
            </a:r>
          </a:p>
        </p:txBody>
      </p:sp>
    </p:spTree>
  </p:cSld>
</p:sld>
</file>